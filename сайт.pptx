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7" r:id="rId2"/>
    <p:sldId id="259" r:id="rId3"/>
    <p:sldId id="260" r:id="rId4"/>
    <p:sldId id="261" r:id="rId5"/>
    <p:sldId id="262" r:id="rId6"/>
    <p:sldId id="258" r:id="rId7"/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168B-1EEF-4C87-A08C-8A237E1C00ED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87-A364-4773-9517-52A4A1521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04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168B-1EEF-4C87-A08C-8A237E1C00ED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87-A364-4773-9517-52A4A1521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740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168B-1EEF-4C87-A08C-8A237E1C00ED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87-A364-4773-9517-52A4A1521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6664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168B-1EEF-4C87-A08C-8A237E1C00ED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87-A364-4773-9517-52A4A1521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979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168B-1EEF-4C87-A08C-8A237E1C00ED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87-A364-4773-9517-52A4A1521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421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168B-1EEF-4C87-A08C-8A237E1C00ED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87-A364-4773-9517-52A4A1521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2461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168B-1EEF-4C87-A08C-8A237E1C00ED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87-A364-4773-9517-52A4A1521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770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168B-1EEF-4C87-A08C-8A237E1C00ED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87-A364-4773-9517-52A4A1521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325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168B-1EEF-4C87-A08C-8A237E1C00ED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87-A364-4773-9517-52A4A1521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171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168B-1EEF-4C87-A08C-8A237E1C00ED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87-A364-4773-9517-52A4A1521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585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168B-1EEF-4C87-A08C-8A237E1C00ED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0F87-A364-4773-9517-52A4A1521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167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5168B-1EEF-4C87-A08C-8A237E1C00ED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A0F87-A364-4773-9517-52A4A1521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48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DF368B-F7FA-1C4F-3B04-CEF09C566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404"/>
          </a:xfrm>
        </p:spPr>
        <p:txBody>
          <a:bodyPr/>
          <a:lstStyle/>
          <a:p>
            <a:r>
              <a:rPr lang="ru-RU" dirty="0"/>
              <a:t>структура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EA9A5A-1AC0-C51A-17ED-9D2B808BA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864" y="2143431"/>
            <a:ext cx="10114935" cy="3895879"/>
          </a:xfrm>
        </p:spPr>
        <p:txBody>
          <a:bodyPr/>
          <a:lstStyle/>
          <a:p>
            <a:r>
              <a:rPr lang="ru-RU" dirty="0"/>
              <a:t>Главная</a:t>
            </a:r>
          </a:p>
          <a:p>
            <a:r>
              <a:rPr lang="ru-RU" dirty="0"/>
              <a:t>Программы</a:t>
            </a:r>
          </a:p>
          <a:p>
            <a:r>
              <a:rPr lang="ru-RU" dirty="0"/>
              <a:t>Видео</a:t>
            </a:r>
          </a:p>
          <a:p>
            <a:r>
              <a:rPr lang="ru-RU" dirty="0"/>
              <a:t>отзывы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69A393-132D-A0C6-2587-91C6E403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073" y="2232720"/>
            <a:ext cx="617772" cy="47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11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1D88B4-5CC7-7A75-1B2B-808895ED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Главная </a:t>
            </a:r>
            <a:r>
              <a:rPr lang="ru-RU" sz="1800" i="1" dirty="0"/>
              <a:t>(тут должен быть логотип и название «Путь к себе»)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DB39A2-F187-50EE-A068-45EA0158A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твой истинный путь к себе начинается со смелости звучать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sz="1800" i="1" dirty="0"/>
              <a:t>Мое фото</a:t>
            </a:r>
          </a:p>
          <a:p>
            <a:pPr marL="0" indent="0" algn="ctr">
              <a:buNone/>
            </a:pPr>
            <a:r>
              <a:rPr lang="ru-RU" sz="2000" dirty="0"/>
              <a:t>Самойленко Любовь Юрьевна</a:t>
            </a:r>
          </a:p>
          <a:p>
            <a:pPr marL="0" indent="0" algn="ctr">
              <a:buNone/>
            </a:pPr>
            <a:r>
              <a:rPr lang="ru-RU" sz="1800" dirty="0"/>
              <a:t>«тут придумаю текст»</a:t>
            </a:r>
          </a:p>
          <a:p>
            <a:pPr marL="0" indent="0" algn="ctr">
              <a:buNone/>
            </a:pPr>
            <a:endParaRPr lang="ru-RU" sz="1800" dirty="0"/>
          </a:p>
          <a:p>
            <a:pPr marL="0" indent="0" algn="ctr">
              <a:buNone/>
            </a:pPr>
            <a:endParaRPr lang="ru-RU" sz="1800" dirty="0"/>
          </a:p>
          <a:p>
            <a:pPr marL="0" indent="0" algn="ctr">
              <a:buNone/>
            </a:pPr>
            <a:r>
              <a:rPr lang="ru-RU" sz="1800" dirty="0"/>
              <a:t>Ссылка на </a:t>
            </a:r>
            <a:r>
              <a:rPr lang="ru-RU" sz="1800" dirty="0" err="1"/>
              <a:t>тг</a:t>
            </a:r>
            <a:r>
              <a:rPr lang="ru-RU" sz="1800" dirty="0"/>
              <a:t> канал, </a:t>
            </a:r>
            <a:r>
              <a:rPr lang="ru-RU" sz="1800" dirty="0" err="1"/>
              <a:t>вк</a:t>
            </a:r>
            <a:r>
              <a:rPr lang="ru-RU" sz="1800" dirty="0"/>
              <a:t>, </a:t>
            </a:r>
            <a:r>
              <a:rPr lang="ru-RU" sz="1800" dirty="0" err="1"/>
              <a:t>инст</a:t>
            </a:r>
            <a:r>
              <a:rPr lang="ru-RU" sz="1800" dirty="0"/>
              <a:t>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9235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6F152B-6538-AEB6-2F18-38A024254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3069"/>
          </a:xfrm>
        </p:spPr>
        <p:txBody>
          <a:bodyPr/>
          <a:lstStyle/>
          <a:p>
            <a:r>
              <a:rPr lang="ru-RU" dirty="0"/>
              <a:t>Программы </a:t>
            </a:r>
            <a:r>
              <a:rPr lang="ru-RU" sz="1600" i="1" dirty="0"/>
              <a:t>(информацию дам позже)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3CF981-5289-565A-AA52-BA77C4EB1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Онлайн курс «Звучи! Проявляйся! Будь!» </a:t>
            </a:r>
            <a:r>
              <a:rPr lang="ru-RU" sz="1800" i="1" dirty="0"/>
              <a:t>(кнопка «узнать больше»)</a:t>
            </a:r>
          </a:p>
          <a:p>
            <a:endParaRPr lang="ru-RU" sz="1800" i="1" dirty="0"/>
          </a:p>
          <a:p>
            <a:r>
              <a:rPr lang="ru-RU" dirty="0"/>
              <a:t>Офлайн курс «Искусство быть собой через искусство говорить» </a:t>
            </a:r>
            <a:r>
              <a:rPr lang="ru-RU" sz="1600" i="1" dirty="0"/>
              <a:t>(кнопка «узнать больше»)</a:t>
            </a:r>
          </a:p>
          <a:p>
            <a:endParaRPr lang="ru-RU" dirty="0"/>
          </a:p>
          <a:p>
            <a:r>
              <a:rPr lang="ru-RU" dirty="0"/>
              <a:t>Индивидуальные занятия </a:t>
            </a:r>
            <a:r>
              <a:rPr lang="ru-RU" sz="1600" i="1" dirty="0"/>
              <a:t>(кнопка «узнать больше»)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9762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351F4B-F41B-DF20-2B64-EFD41472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видео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1C36B8-9150-A3FC-3651-38573B866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Верни себе право быть услышанным</a:t>
            </a:r>
          </a:p>
          <a:p>
            <a:pPr marL="0" indent="0" algn="ctr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Тут будет три видео</a:t>
            </a:r>
          </a:p>
        </p:txBody>
      </p:sp>
    </p:spTree>
    <p:extLst>
      <p:ext uri="{BB962C8B-B14F-4D97-AF65-F5344CB8AC3E}">
        <p14:creationId xmlns:p14="http://schemas.microsoft.com/office/powerpoint/2010/main" val="1546767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19DB2-978A-DDF5-5459-AD3659286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отзывы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3C749D-E843-4037-CB40-ABAF7F864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Красота речи — это честность с </a:t>
            </a:r>
            <a:r>
              <a:rPr lang="ru-RU"/>
              <a:t>самим собой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sz="1800" i="1" dirty="0"/>
              <a:t>Здесь будут видео отзывы моих учеников</a:t>
            </a:r>
          </a:p>
        </p:txBody>
      </p:sp>
    </p:spTree>
    <p:extLst>
      <p:ext uri="{BB962C8B-B14F-4D97-AF65-F5344CB8AC3E}">
        <p14:creationId xmlns:p14="http://schemas.microsoft.com/office/powerpoint/2010/main" val="3764409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F9A986-BBF3-E6BA-46A6-A19A4E90F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6515"/>
            <a:ext cx="10515600" cy="1189704"/>
          </a:xfrm>
        </p:spPr>
        <p:txBody>
          <a:bodyPr/>
          <a:lstStyle/>
          <a:p>
            <a:r>
              <a:rPr lang="ru-RU" dirty="0"/>
              <a:t>Цвета деталей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F2101D6-825D-F6A9-3A37-5EA68C1F3D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565" y="4099074"/>
            <a:ext cx="10741937" cy="413934"/>
          </a:xfr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B981D0A-C250-EEEC-5863-B4B8317F8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22" y="3222033"/>
            <a:ext cx="10663278" cy="41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28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C0D9EA-CAB9-5DBA-C717-7514381B7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0334"/>
          </a:xfrm>
        </p:spPr>
        <p:txBody>
          <a:bodyPr/>
          <a:lstStyle/>
          <a:p>
            <a:r>
              <a:rPr lang="ru-RU" dirty="0"/>
              <a:t>Спасибо тебе за помощь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79C9A6-F8F8-7909-CF2F-54CCC05C5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813" y="3262096"/>
            <a:ext cx="3934374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4628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1429</TotalTime>
  <Words>123</Words>
  <Application>Microsoft Office PowerPoint</Application>
  <PresentationFormat>Широкоэкранный</PresentationFormat>
  <Paragraphs>32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структура сайта</vt:lpstr>
      <vt:lpstr>Главная (тут должен быть логотип и название «Путь к себе»)</vt:lpstr>
      <vt:lpstr>Программы (информацию дам позже) </vt:lpstr>
      <vt:lpstr>видео</vt:lpstr>
      <vt:lpstr>отзывы</vt:lpstr>
      <vt:lpstr>Цвета деталей</vt:lpstr>
      <vt:lpstr>Спасибо тебе за помощь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структура сайта</dc:title>
  <dc:creator>lubov strelkova</dc:creator>
  <cp:lastModifiedBy>lubov strelkova</cp:lastModifiedBy>
  <cp:revision>2</cp:revision>
  <dcterms:created xsi:type="dcterms:W3CDTF">2026-01-04T19:00:37Z</dcterms:created>
  <dcterms:modified xsi:type="dcterms:W3CDTF">2026-01-05T18:51:38Z</dcterms:modified>
</cp:coreProperties>
</file>